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6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0408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406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23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367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79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50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197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783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3548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264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2848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184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AI-POWERED </a:t>
            </a:r>
            <a:r>
              <a:rPr dirty="0"/>
              <a:t>Resume Builder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1512743"/>
          </a:xfrm>
        </p:spPr>
        <p:txBody>
          <a:bodyPr>
            <a:normAutofit/>
          </a:bodyPr>
          <a:lstStyle/>
          <a:p>
            <a:r>
              <a:rPr lang="en-US" dirty="0"/>
              <a:t>Presented by :  </a:t>
            </a:r>
            <a:r>
              <a:rPr lang="en-US" dirty="0" err="1"/>
              <a:t>abhishek</a:t>
            </a:r>
            <a:r>
              <a:rPr lang="en-US" dirty="0"/>
              <a:t> Menka</a:t>
            </a:r>
          </a:p>
          <a:p>
            <a:r>
              <a:rPr lang="en-US" dirty="0"/>
              <a:t>Reg no : 12200249</a:t>
            </a:r>
          </a:p>
          <a:p>
            <a:r>
              <a:rPr lang="en-US" dirty="0"/>
              <a:t>Branch : </a:t>
            </a:r>
            <a:r>
              <a:rPr lang="en-US" dirty="0" err="1"/>
              <a:t>b.tech</a:t>
            </a:r>
            <a:r>
              <a:rPr lang="en-US" dirty="0"/>
              <a:t> (cs &amp; ai)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Creating polished, ATS-friendly resumes takes time and technical know-how.</a:t>
            </a:r>
          </a:p>
          <a:p>
            <a:r>
              <a:t>Users struggle to structure content consistently across sections (Experience, Education, Skills).</a:t>
            </a:r>
          </a:p>
          <a:p>
            <a:r>
              <a:t>Manual customization for different roles leads to duplicate work and errors.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web-based Resume Builder built with React + Vite for a fast, modern UX.</a:t>
            </a:r>
          </a:p>
          <a:p>
            <a:r>
              <a:t>Guided forms for personal info, education, experience, projects, and skills.</a:t>
            </a:r>
          </a:p>
          <a:p>
            <a:r>
              <a:t>Live preview and instant feedback; export/print support for final resumes.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Account &amp; auth flow (Redux-managed state).</a:t>
            </a:r>
          </a:p>
          <a:p>
            <a:r>
              <a:t>Structured sections: Personal Info, Education, Experience, Projects, Skills.</a:t>
            </a:r>
          </a:p>
          <a:p>
            <a:r>
              <a:t>Support for LinkedIn/GitHub links and profile media.</a:t>
            </a:r>
          </a:p>
          <a:p>
            <a:r>
              <a:t>Real-time validation and toast notifications.</a:t>
            </a:r>
          </a:p>
          <a:p>
            <a:r>
              <a:t>PDF text extraction support via react-pdftotext.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4362" y="1558413"/>
            <a:ext cx="4114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dirty="0"/>
              <a:t>Stack Summary</a:t>
            </a:r>
          </a:p>
          <a:p>
            <a:pPr lvl="1"/>
            <a:r>
              <a:rPr dirty="0"/>
              <a:t>Frontend: React 19, Vite</a:t>
            </a:r>
          </a:p>
          <a:p>
            <a:pPr lvl="1"/>
            <a:r>
              <a:rPr dirty="0"/>
              <a:t>State: Redux Toolkit, React-Redux</a:t>
            </a:r>
          </a:p>
          <a:p>
            <a:pPr lvl="1"/>
            <a:r>
              <a:rPr dirty="0"/>
              <a:t>Styling: Tailwind via @tailwindcss/vite</a:t>
            </a:r>
          </a:p>
          <a:p>
            <a:pPr lvl="1"/>
            <a:r>
              <a:rPr dirty="0"/>
              <a:t>Networking: Axios</a:t>
            </a:r>
          </a:p>
          <a:p>
            <a:pPr lvl="1"/>
            <a:r>
              <a:rPr dirty="0"/>
              <a:t>Icons: </a:t>
            </a:r>
            <a:r>
              <a:rPr dirty="0" err="1"/>
              <a:t>lucide</a:t>
            </a:r>
            <a:r>
              <a:rPr dirty="0"/>
              <a:t>-react</a:t>
            </a:r>
          </a:p>
          <a:p>
            <a:pPr lvl="1"/>
            <a:r>
              <a:rPr dirty="0"/>
              <a:t>Feedback: react-hot-toast</a:t>
            </a:r>
          </a:p>
          <a:p>
            <a:pPr lvl="1"/>
            <a:r>
              <a:rPr dirty="0"/>
              <a:t>PDF: react-</a:t>
            </a:r>
            <a:r>
              <a:rPr dirty="0" err="1"/>
              <a:t>pdftotext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650581" y="1492778"/>
            <a:ext cx="344283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dirty="0"/>
              <a:t>Key Packages</a:t>
            </a:r>
          </a:p>
          <a:p>
            <a:pPr lvl="1"/>
            <a:r>
              <a:rPr dirty="0"/>
              <a:t>@reduxjs/toolkit ^2.9.0</a:t>
            </a:r>
          </a:p>
          <a:p>
            <a:pPr lvl="1"/>
            <a:r>
              <a:rPr dirty="0"/>
              <a:t>@tailwindcss/vite ^4.1.13</a:t>
            </a:r>
          </a:p>
          <a:p>
            <a:pPr lvl="1"/>
            <a:r>
              <a:rPr dirty="0" err="1"/>
              <a:t>axios</a:t>
            </a:r>
            <a:r>
              <a:rPr dirty="0"/>
              <a:t> ^1.12.2</a:t>
            </a:r>
          </a:p>
          <a:p>
            <a:pPr lvl="1"/>
            <a:r>
              <a:rPr dirty="0" err="1"/>
              <a:t>lucide</a:t>
            </a:r>
            <a:r>
              <a:rPr dirty="0"/>
              <a:t>-react ^0.544.0</a:t>
            </a:r>
          </a:p>
          <a:p>
            <a:pPr lvl="1"/>
            <a:r>
              <a:rPr dirty="0"/>
              <a:t>react ^19.1.1</a:t>
            </a:r>
          </a:p>
          <a:p>
            <a:pPr lvl="1"/>
            <a:r>
              <a:rPr dirty="0"/>
              <a:t>react-</a:t>
            </a:r>
            <a:r>
              <a:rPr dirty="0" err="1"/>
              <a:t>dom</a:t>
            </a:r>
            <a:r>
              <a:rPr dirty="0"/>
              <a:t> ^19.1.1</a:t>
            </a:r>
          </a:p>
          <a:p>
            <a:pPr lvl="1"/>
            <a:r>
              <a:rPr dirty="0"/>
              <a:t>react-hot-toast ^2.6.0</a:t>
            </a:r>
          </a:p>
          <a:p>
            <a:pPr lvl="1"/>
            <a:r>
              <a:rPr dirty="0"/>
              <a:t>react-</a:t>
            </a:r>
            <a:r>
              <a:rPr dirty="0" err="1"/>
              <a:t>pdftotext</a:t>
            </a:r>
            <a:r>
              <a:rPr dirty="0"/>
              <a:t> ^1.3.4</a:t>
            </a:r>
          </a:p>
          <a:p>
            <a:pPr lvl="1"/>
            <a:r>
              <a:rPr dirty="0"/>
              <a:t>react-redux ^9.2.0</a:t>
            </a:r>
          </a:p>
          <a:p>
            <a:pPr lvl="1"/>
            <a:r>
              <a:rPr dirty="0"/>
              <a:t>react-router-</a:t>
            </a:r>
            <a:r>
              <a:rPr dirty="0" err="1"/>
              <a:t>dom</a:t>
            </a:r>
            <a:r>
              <a:rPr dirty="0"/>
              <a:t> ^7.9.3</a:t>
            </a:r>
          </a:p>
          <a:p>
            <a:pPr lvl="1"/>
            <a:r>
              <a:rPr dirty="0" err="1"/>
              <a:t>tailwindcss</a:t>
            </a:r>
            <a:r>
              <a:rPr dirty="0"/>
              <a:t> ^4.1.13</a:t>
            </a:r>
          </a:p>
          <a:p>
            <a:pPr lvl="1"/>
            <a:r>
              <a:rPr dirty="0"/>
              <a:t>--- Dev Dependencies ---</a:t>
            </a:r>
          </a:p>
          <a:p>
            <a:pPr lvl="1"/>
            <a:r>
              <a:rPr dirty="0"/>
              <a:t>@eslint/js ^9.36.0</a:t>
            </a:r>
          </a:p>
          <a:p>
            <a:pPr lvl="1"/>
            <a:r>
              <a:rPr dirty="0"/>
              <a:t>@types/react ^19.1.13</a:t>
            </a:r>
          </a:p>
          <a:p>
            <a:pPr lvl="1"/>
            <a:r>
              <a:rPr dirty="0"/>
              <a:t>@types/react-dom ^19.1.9</a:t>
            </a:r>
          </a:p>
          <a:p>
            <a:pPr lvl="1"/>
            <a:r>
              <a:rPr dirty="0"/>
              <a:t>@vitejs/plugin-react ^5.0.3</a:t>
            </a:r>
          </a:p>
          <a:p>
            <a:pPr lvl="1"/>
            <a:r>
              <a:rPr dirty="0" err="1"/>
              <a:t>eslint</a:t>
            </a:r>
            <a:r>
              <a:rPr dirty="0"/>
              <a:t> ^9.36.0</a:t>
            </a:r>
          </a:p>
          <a:p>
            <a:pPr lvl="1"/>
            <a:r>
              <a:rPr dirty="0" err="1"/>
              <a:t>eslint</a:t>
            </a:r>
            <a:r>
              <a:rPr dirty="0"/>
              <a:t>-plugin-react-hooks ^5.2.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Modular feature slices (e.g., authSlice) manage domain state via Redux Toolkit.</a:t>
            </a:r>
          </a:p>
          <a:p>
            <a:r>
              <a:t>UI components subscribe to slices and dispatch actions for form updates.</a:t>
            </a:r>
          </a:p>
          <a:p>
            <a:r>
              <a:t>Async operations (e.g., profile save) handled with thunks; responses stored in the store.</a:t>
            </a:r>
          </a:p>
          <a:p>
            <a:r>
              <a:t>Presentation layer (React) decoupled from data layer (Redux + services).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Run Locally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Prerequisites: Node.js 18+ and npm.</a:t>
            </a:r>
          </a:p>
          <a:p>
            <a:r>
              <a:t>1) cd resume-builder/client</a:t>
            </a:r>
          </a:p>
          <a:p>
            <a:r>
              <a:t>2) npm install</a:t>
            </a:r>
          </a:p>
          <a:p>
            <a:r>
              <a:t>3) npm run vite   # Start dev server</a:t>
            </a:r>
          </a:p>
          <a:p>
            <a:r>
              <a:t>4) npm run vite build   # Production build</a:t>
            </a:r>
          </a:p>
          <a:p>
            <a:r>
              <a:t>5) npm run vite preview   # Preview build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&amp;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templates and themes with print-perfect layout.</a:t>
            </a:r>
          </a:p>
          <a:p>
            <a:r>
              <a:t>ATS keyword suggestions and gap analysis.</a:t>
            </a:r>
          </a:p>
          <a:p>
            <a:r>
              <a:t>One-click role-based tailoring (e.g., Data Scientist vs. Frontend Engineer).</a:t>
            </a:r>
          </a:p>
          <a:p>
            <a:r>
              <a:t>Cloud save &amp; share links; export to PDF/DOCX.</a:t>
            </a:r>
          </a:p>
          <a:p>
            <a:r>
              <a:t>Internationalization and accessibility audit.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Browser print/PDF fidelity → Use dedicated export pipeline.</a:t>
            </a:r>
          </a:p>
          <a:p>
            <a:r>
              <a:t>State complexity → Keep slices focused; use RTK patterns.</a:t>
            </a:r>
          </a:p>
          <a:p>
            <a:r>
              <a:t>Library upgrades (React 19) → Pin versions; test with CI.</a:t>
            </a:r>
          </a:p>
          <a:p>
            <a:r>
              <a:t>User data privacy → Minimal collection; local-first where possible.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Resume Builder provides a modern, guided flow for producing professional resumes.</a:t>
            </a:r>
          </a:p>
          <a:p>
            <a:r>
              <a:t>React + Redux Toolkit + Tailwind offers a scalable, maintainable foundation.</a:t>
            </a:r>
          </a:p>
          <a:p>
            <a:r>
              <a:t>Clear next steps to productionize with templates, export, and ATS insights.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14</TotalTime>
  <Words>527</Words>
  <Application>Microsoft Office PowerPoint</Application>
  <PresentationFormat>On-screen Show (4:3)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Gallery</vt:lpstr>
      <vt:lpstr>AI-POWERED Resume Builder </vt:lpstr>
      <vt:lpstr>Problem Statement</vt:lpstr>
      <vt:lpstr>Solution Overview</vt:lpstr>
      <vt:lpstr>Key Features</vt:lpstr>
      <vt:lpstr>Technology Stack</vt:lpstr>
      <vt:lpstr>Architecture &amp; Data Flow</vt:lpstr>
      <vt:lpstr>How to Run Locally</vt:lpstr>
      <vt:lpstr>Roadmap &amp; Enhancements</vt:lpstr>
      <vt:lpstr>Risks &amp; Mitigations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Abhishek Menka</cp:lastModifiedBy>
  <cp:revision>2</cp:revision>
  <dcterms:created xsi:type="dcterms:W3CDTF">2013-01-27T09:14:16Z</dcterms:created>
  <dcterms:modified xsi:type="dcterms:W3CDTF">2025-12-01T07:56:59Z</dcterms:modified>
  <cp:category/>
</cp:coreProperties>
</file>